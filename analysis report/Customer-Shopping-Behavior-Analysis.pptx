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 purchases • 18 columns • goal: spending patterns,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71304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271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Exploratory Data Prep (Python)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333599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1600597"/>
            <a:ext cx="6296860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722834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&amp; Inspect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075755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pandas: df.info(), .describe()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2606477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2856706"/>
            <a:ext cx="6296860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995712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Values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475" y="3348633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Imputed Review Rating by category median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3879354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112716"/>
            <a:ext cx="6296860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268589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Standards &amp; Features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1475" y="4621510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snake_case columns; age_group; purchase_frequency_days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152231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368826"/>
            <a:ext cx="6296860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541466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Cleanup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61475" y="5894388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Dropped promo_code_used (redundant); PostgreSQL load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2063353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Revenue &amp; Sales by Category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433663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Revenue: Clothing 104K • Accessories 74K • Footwear 36K • Outerwear 19K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Sales: Clothing 1,737 • Accessories 1,240 • Footwear 599 • Outerwear 324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6754"/>
            <a:ext cx="5203794" cy="26044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4937" y="3319505"/>
            <a:ext cx="977310" cy="14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Fewer Customers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679683" y="4509494"/>
            <a:ext cx="1169653" cy="14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Lower Avg Spend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859298" y="3319505"/>
            <a:ext cx="977310" cy="14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More Customers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676758" y="2233650"/>
            <a:ext cx="1169653" cy="14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Higher Avg Spend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19711" y="3930664"/>
            <a:ext cx="1003302" cy="23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Non-Subscribers: Higher Volume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497303" y="3935862"/>
            <a:ext cx="1003302" cy="23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Split: Non-Sub Leads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497303" y="2974124"/>
            <a:ext cx="1003302" cy="23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Both: Similar Avg Spend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088521" y="2974124"/>
            <a:ext cx="1003302" cy="23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Subscribers: High Avg Spend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332776" y="1810048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Subscribers vs Non-Subscribers</a:t>
            </a:r>
            <a:endParaRPr lang="en-US" sz="3700" dirty="0"/>
          </a:p>
        </p:txBody>
      </p:sp>
      <p:sp>
        <p:nvSpPr>
          <p:cNvPr id="12" name="Shape 9"/>
          <p:cNvSpPr/>
          <p:nvPr/>
        </p:nvSpPr>
        <p:spPr>
          <a:xfrm>
            <a:off x="6332776" y="3203972"/>
            <a:ext cx="2507394" cy="1820366"/>
          </a:xfrm>
          <a:prstGeom prst="roundRect">
            <a:avLst>
              <a:gd name="adj" fmla="val 436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47182" y="341838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Yes (Subscribers)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547182" y="3902670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1,053 customers • Avg spend $59.49 • Revenue $62,645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9029176" y="3203972"/>
            <a:ext cx="2507394" cy="1820366"/>
          </a:xfrm>
          <a:prstGeom prst="roundRect">
            <a:avLst>
              <a:gd name="adj" fmla="val 436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8C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43583" y="341838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 (Non-subs)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243583" y="3902670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2,847 customers • Avg spend $59.87 • Revenue $170,436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2365772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Subscription Penetration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736082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27% Yes • 73% No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Opportunity: boost subscriptions with exclusive benefits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532434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 Groups — Sales &amp; Revenue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290274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revenue: Young Adult $62K • Middle-aged $59K • Adult $56K • Senior $56K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32776" y="3720207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E2E3E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00694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7024" y="3937496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marketing to high-revenue age groups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26988"/>
            <a:ext cx="5203794" cy="5203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929904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Discount-Dependent Products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30021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discount rates indicate margin sensitivity.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3815259"/>
            <a:ext cx="546384" cy="5463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15394" y="3815259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7115394" y="4299545"/>
            <a:ext cx="17011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50% discounted purchases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790" y="3815259"/>
            <a:ext cx="546384" cy="5463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35408" y="3815259"/>
            <a:ext cx="17011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Sneakers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835408" y="4299545"/>
            <a:ext cx="17011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49.66% discounted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65895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Business Recommendations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136205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Boost subscriptions — exclusive benefits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 — move to Loyal segment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 discount policy — protect margins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top-rated &amp; best-selling items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marketing to high-revenue age groups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8446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&amp; Key Metrics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958578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153940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562622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Customers 3.9K • Avg purchase $59.76 • Avg rating 3.75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958578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153940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Top Products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562622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Gloves, Sandals, Boots, Hat, Skirt (top ratings)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854252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04961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45829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recommendations • Monitor KPI changes in dashboard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516870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 Processed dataset (3,900 rows) • Visuals driven by Power BI dashboard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2026-09-08T10:34:36Z</dcterms:created>
  <dcterms:modified xsi:type="dcterms:W3CDTF">2026-09-08T10:34:36Z</dcterms:modified>
</cp:coreProperties>
</file>